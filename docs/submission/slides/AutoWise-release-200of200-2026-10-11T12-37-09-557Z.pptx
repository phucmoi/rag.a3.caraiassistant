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dad7e8004c4033" /><Relationship Type="http://schemas.openxmlformats.org/officeDocument/2006/relationships/extended-properties" Target="/docProps/app.xml" Id="Rabbd10e4703a4850" /><Relationship Type="http://schemas.openxmlformats.org/officeDocument/2006/relationships/officeDocument" Target="/ppt/presentation.xml" Id="Rc51d38f68a8344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b1888b423a41a0"/>
  </p:sldMasterIdLst>
  <p:notesMasterIdLst>
    <p:notesMasterId xmlns:r="http://schemas.openxmlformats.org/officeDocument/2006/relationships" r:id="R89a22618a6714d13"/>
  </p:notesMasterIdLst>
  <p:sldIdLst>
    <p:sldId xmlns:r="http://schemas.openxmlformats.org/officeDocument/2006/relationships" id="256" r:id="Rd2ebd6c9905b4877"/>
    <p:sldId xmlns:r="http://schemas.openxmlformats.org/officeDocument/2006/relationships" id="257" r:id="R8c275436a49a4514"/>
    <p:sldId xmlns:r="http://schemas.openxmlformats.org/officeDocument/2006/relationships" id="258" r:id="R14edb346a0f84a75"/>
    <p:sldId xmlns:r="http://schemas.openxmlformats.org/officeDocument/2006/relationships" id="259" r:id="R884d4c7bcc2e4cbf"/>
    <p:sldId xmlns:r="http://schemas.openxmlformats.org/officeDocument/2006/relationships" id="260" r:id="R88b026664ecc4dda"/>
    <p:sldId xmlns:r="http://schemas.openxmlformats.org/officeDocument/2006/relationships" id="261" r:id="R3ef4705186dd4b23"/>
    <p:sldId xmlns:r="http://schemas.openxmlformats.org/officeDocument/2006/relationships" id="262" r:id="Rd2bb6d7fa340409d"/>
    <p:sldId xmlns:r="http://schemas.openxmlformats.org/officeDocument/2006/relationships" id="263" r:id="R8bc2093b470b43ef"/>
    <p:sldId xmlns:r="http://schemas.openxmlformats.org/officeDocument/2006/relationships" id="264" r:id="R0226aecc6f454985"/>
    <p:sldId xmlns:r="http://schemas.openxmlformats.org/officeDocument/2006/relationships" id="265" r:id="R3b0615de19734762"/>
    <p:sldId xmlns:r="http://schemas.openxmlformats.org/officeDocument/2006/relationships" id="266" r:id="R0f7dee3d652d43d2"/>
    <p:sldId xmlns:r="http://schemas.openxmlformats.org/officeDocument/2006/relationships" id="267" r:id="R390f75563f174d24"/>
    <p:sldId xmlns:r="http://schemas.openxmlformats.org/officeDocument/2006/relationships" id="268" r:id="R1f97b29b506a4642"/>
    <p:sldId xmlns:r="http://schemas.openxmlformats.org/officeDocument/2006/relationships" id="269" r:id="Rb8d7221ed2e645d3"/>
    <p:sldId xmlns:r="http://schemas.openxmlformats.org/officeDocument/2006/relationships" id="270" r:id="R7a6ab68fb94f441d"/>
    <p:sldId xmlns:r="http://schemas.openxmlformats.org/officeDocument/2006/relationships" id="271" r:id="R3602cf884a3e47c2"/>
    <p:sldId xmlns:r="http://schemas.openxmlformats.org/officeDocument/2006/relationships" id="272" r:id="R5f5209996ac94a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a494f2e48d406d" /><Relationship Type="http://schemas.openxmlformats.org/officeDocument/2006/relationships/slideMaster" Target="/ppt/slideMasters/slideMaster1.xml" Id="Ra2b1888b423a41a0" /><Relationship Type="http://schemas.openxmlformats.org/officeDocument/2006/relationships/notesMaster" Target="/ppt/notesMasters/notesMaster1.xml" Id="R89a22618a6714d13" /><Relationship Type="http://schemas.openxmlformats.org/officeDocument/2006/relationships/presProps" Target="/ppt/presProps.xml" Id="R9186e73156af458a" /><Relationship Type="http://schemas.openxmlformats.org/officeDocument/2006/relationships/tableStyles" Target="/ppt/tableStyles.xml" Id="Rca81c8d0af7a4bac" /><Relationship Type="http://schemas.openxmlformats.org/officeDocument/2006/relationships/slide" Target="/ppt/slides/slide1.xml" Id="Rd2ebd6c9905b4877" /><Relationship Type="http://schemas.openxmlformats.org/officeDocument/2006/relationships/slide" Target="/ppt/slides/slide2.xml" Id="R8c275436a49a4514" /><Relationship Type="http://schemas.openxmlformats.org/officeDocument/2006/relationships/slide" Target="/ppt/slides/slide3.xml" Id="R14edb346a0f84a75" /><Relationship Type="http://schemas.openxmlformats.org/officeDocument/2006/relationships/slide" Target="/ppt/slides/slide4.xml" Id="R884d4c7bcc2e4cbf" /><Relationship Type="http://schemas.openxmlformats.org/officeDocument/2006/relationships/slide" Target="/ppt/slides/slide5.xml" Id="R88b026664ecc4dda" /><Relationship Type="http://schemas.openxmlformats.org/officeDocument/2006/relationships/slide" Target="/ppt/slides/slide6.xml" Id="R3ef4705186dd4b23" /><Relationship Type="http://schemas.openxmlformats.org/officeDocument/2006/relationships/slide" Target="/ppt/slides/slide7.xml" Id="Rd2bb6d7fa340409d" /><Relationship Type="http://schemas.openxmlformats.org/officeDocument/2006/relationships/slide" Target="/ppt/slides/slide8.xml" Id="R8bc2093b470b43ef" /><Relationship Type="http://schemas.openxmlformats.org/officeDocument/2006/relationships/slide" Target="/ppt/slides/slide9.xml" Id="R0226aecc6f454985" /><Relationship Type="http://schemas.openxmlformats.org/officeDocument/2006/relationships/slide" Target="/ppt/slides/slide10.xml" Id="R3b0615de19734762" /><Relationship Type="http://schemas.openxmlformats.org/officeDocument/2006/relationships/slide" Target="/ppt/slides/slide11.xml" Id="R0f7dee3d652d43d2" /><Relationship Type="http://schemas.openxmlformats.org/officeDocument/2006/relationships/slide" Target="/ppt/slides/slide12.xml" Id="R390f75563f174d24" /><Relationship Type="http://schemas.openxmlformats.org/officeDocument/2006/relationships/slide" Target="/ppt/slides/slide13.xml" Id="R1f97b29b506a4642" /><Relationship Type="http://schemas.openxmlformats.org/officeDocument/2006/relationships/slide" Target="/ppt/slides/slide14.xml" Id="Rb8d7221ed2e645d3" /><Relationship Type="http://schemas.openxmlformats.org/officeDocument/2006/relationships/slide" Target="/ppt/slides/slide15.xml" Id="R7a6ab68fb94f441d" /><Relationship Type="http://schemas.openxmlformats.org/officeDocument/2006/relationships/slide" Target="/ppt/slides/slide16.xml" Id="R3602cf884a3e47c2" /><Relationship Type="http://schemas.openxmlformats.org/officeDocument/2006/relationships/slide" Target="/ppt/slides/slide17.xml" Id="R5f5209996ac94a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d52f3225ef4e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f8272bd3e74b10" /><Relationship Type="http://schemas.openxmlformats.org/officeDocument/2006/relationships/notesMaster" Target="/ppt/notesMasters/notesMaster1.xml" Id="R72a4bd6e7bfb48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1ffb8fab354b0f" /><Relationship Type="http://schemas.openxmlformats.org/officeDocument/2006/relationships/notesMaster" Target="/ppt/notesMasters/notesMaster1.xml" Id="Rb0b4a79744784e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7c3ff9d26442bb" /><Relationship Type="http://schemas.openxmlformats.org/officeDocument/2006/relationships/notesMaster" Target="/ppt/notesMasters/notesMaster1.xml" Id="R96914ada5a4e43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a284974cbd4ad0" /><Relationship Type="http://schemas.openxmlformats.org/officeDocument/2006/relationships/notesMaster" Target="/ppt/notesMasters/notesMaster1.xml" Id="Ra7ffa85ce13445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f1742425884794" /><Relationship Type="http://schemas.openxmlformats.org/officeDocument/2006/relationships/notesMaster" Target="/ppt/notesMasters/notesMaster1.xml" Id="R8d4fe582912846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b7e96d98074865" /><Relationship Type="http://schemas.openxmlformats.org/officeDocument/2006/relationships/notesMaster" Target="/ppt/notesMasters/notesMaster1.xml" Id="R2047706e0e5e42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0a00732f754b9c" /><Relationship Type="http://schemas.openxmlformats.org/officeDocument/2006/relationships/notesMaster" Target="/ppt/notesMasters/notesMaster1.xml" Id="Re70e20a85a9e41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e0263a7da74d2a" /><Relationship Type="http://schemas.openxmlformats.org/officeDocument/2006/relationships/notesMaster" Target="/ppt/notesMasters/notesMaster1.xml" Id="Rf452ce1dea1344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16e20831af46ab" /><Relationship Type="http://schemas.openxmlformats.org/officeDocument/2006/relationships/notesMaster" Target="/ppt/notesMasters/notesMaster1.xml" Id="Rb8955e85b22148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08f63c059849c0" /><Relationship Type="http://schemas.openxmlformats.org/officeDocument/2006/relationships/notesMaster" Target="/ppt/notesMasters/notesMaster1.xml" Id="R3d1b25ea9c6f44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6be076a0b94a03" /><Relationship Type="http://schemas.openxmlformats.org/officeDocument/2006/relationships/notesMaster" Target="/ppt/notesMasters/notesMaster1.xml" Id="R71e5811e01664f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e8c1fd9e514110" /><Relationship Type="http://schemas.openxmlformats.org/officeDocument/2006/relationships/notesMaster" Target="/ppt/notesMasters/notesMaster1.xml" Id="Rdc0e190c5aa944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341a1d7e2b4422" /><Relationship Type="http://schemas.openxmlformats.org/officeDocument/2006/relationships/notesMaster" Target="/ppt/notesMasters/notesMaster1.xml" Id="R37952893e97c46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454fa62baf42a2" /><Relationship Type="http://schemas.openxmlformats.org/officeDocument/2006/relationships/notesMaster" Target="/ppt/notesMasters/notesMaster1.xml" Id="R296f6080543446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5042cebb014f62" /><Relationship Type="http://schemas.openxmlformats.org/officeDocument/2006/relationships/notesMaster" Target="/ppt/notesMasters/notesMaster1.xml" Id="R7c89cfcfe10e40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c03b3752d74e69" /><Relationship Type="http://schemas.openxmlformats.org/officeDocument/2006/relationships/notesMaster" Target="/ppt/notesMasters/notesMaster1.xml" Id="R5de51c793c9748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39f70051ac4a27" /><Relationship Type="http://schemas.openxmlformats.org/officeDocument/2006/relationships/notesMaster" Target="/ppt/notesMasters/notesMaster1.xml" Id="R05b9d3158fbf40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 nháp thuyết trình của project. Bổ sung tên nhóm và rubric trước khi nộp. Nguồn: docs/submission/technical-report.md.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README.md; docs/submission/technical-report.md.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giao diện thật chụp localhost:5173 ngày 11/10/2026. Không có dữ liệu fixture thay thế.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database/seed.sql, database/004_seed_dealers.sql; docs/submission/evidence/fresh-database.json; eval/submission_ground_truth_audit.json.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docker-compose.yml; docs/chat-pipeline-bedrock.md; services/owner-features/src.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backend/app/routers/chat.py; backend/app/infrastructure/ai/natural_answers.py.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eval/ground_truth_submission.jsonl; eval/run_text_evaluation.py; eval/submission_ground_truth_audit.json.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docs/submission/evidence/live-evaluation.summary.json; baseline-runtime-identity.json. Ground truth SHA256: 041ba37410ffaa7556474d6104e48e5e240b44d5b30fa9a359c9b99def7d81fc. P/R là text contexts; SQL facts không thuộc metric này.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docs/submission/evidence/live-evaluation.summary.json. Metric từ image search riêng, không đồng nhất với chat end-to-end. 49 truy vấn ảnh hợp lệ từ 44 ảnh unique; ảnh lỗi không có image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docs/submission/evidence/postfix-evaluation.summary.json; postfix-runtime-identity.json. Lượt riêng, không thay baseline Q089 bị HTTP 503.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docs/submission/evidence/referencefix-evaluation.summary.json; final-smoke.json. Các lượt trước bị lỗi vẫn được giữ riêng.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docs/submission/evidence/release-evaluation.summary.json; release-evaluation.responses.json; release-runtime-identity.json. Ground truth SHA256: 041ba37410ffaa7556474d6104e48e5e240b44d5b30fa9a359c9b99def7d81fc. Nhãn còn pending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docs/submission/evidence/reference-repair-evaluation.summary.json; reference-repair-runtime-identity.json. Không thay thế lượt release 200 mẫu.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docs/submission/fixes-2026-10-11.md; docs/submission/evidence/fresh-database.json. AWS/HTTP opt-in khác với fixture regression.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docs/final-review-2026-10-11.md; docs/submission/evidence/initial-diagnostic.responses.json; image_service/indexes/ablation_study_results.md.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docs/submission/README.md. Demo cần dùng tài khoản test của nhóm, không dùng dữ liệu cá nhân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docs/submission/README.md; docs/submission/human-review-template.csv.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7255011744d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9038befa941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9fe5fe89fe41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3e664a010c46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9898a61a64e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1e80cad854e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E4B4B4-66A6-456D-AF10-F52D2D4C01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CCE445-B5D4-4C2F-8B98-BCA62A05F2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98910C-CE6E-4AE7-9986-B5B8131D82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E74DC6-D855-4FDB-9F34-827920B69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FCAF964-7F97-42FD-812B-8E39E1A9A9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D690D8-C05B-4A8B-94E7-1335009291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05205F-D1DE-4F3E-9D66-C748984A49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059778-ED4E-46E3-9A84-59FE60B868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862CEC-B065-4FFB-9A73-D2EF88CE9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B11069-6683-49BF-84B3-FF97CD9CF4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2a940f831a4341" /><Relationship Type="http://schemas.openxmlformats.org/officeDocument/2006/relationships/slideLayout" Target="/ppt/slideLayouts/slideLayout1.xml" Id="R3e95c48424894072" /><Relationship Type="http://schemas.openxmlformats.org/officeDocument/2006/relationships/slideLayout" Target="/ppt/slideLayouts/slideLayout2.xml" Id="R84925e1b497b43a2" /><Relationship Type="http://schemas.openxmlformats.org/officeDocument/2006/relationships/slideLayout" Target="/ppt/slideLayouts/slideLayout3.xml" Id="R4cfc71b3c0eb4643" /><Relationship Type="http://schemas.openxmlformats.org/officeDocument/2006/relationships/slideLayout" Target="/ppt/slideLayouts/slideLayout4.xml" Id="R1194ac83db2d4db6" /><Relationship Type="http://schemas.openxmlformats.org/officeDocument/2006/relationships/slideLayout" Target="/ppt/slideLayouts/slideLayout5.xml" Id="Rab98a3ad97eb4411" /><Relationship Type="http://schemas.openxmlformats.org/officeDocument/2006/relationships/slideLayout" Target="/ppt/slideLayouts/slideLayout6.xml" Id="R194d5fecbc2540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95c48424894072"/>
    <p:sldLayoutId xmlns:r="http://schemas.openxmlformats.org/officeDocument/2006/relationships" id="2147483650" r:id="R84925e1b497b43a2"/>
    <p:sldLayoutId xmlns:r="http://schemas.openxmlformats.org/officeDocument/2006/relationships" id="2147483651" r:id="R4cfc71b3c0eb4643"/>
    <p:sldLayoutId xmlns:r="http://schemas.openxmlformats.org/officeDocument/2006/relationships" id="2147483652" r:id="R1194ac83db2d4db6"/>
    <p:sldLayoutId xmlns:r="http://schemas.openxmlformats.org/officeDocument/2006/relationships" id="2147483653" r:id="Rab98a3ad97eb4411"/>
    <p:sldLayoutId xmlns:r="http://schemas.openxmlformats.org/officeDocument/2006/relationships" id="2147483654" r:id="R194d5fecbc2540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9ded56f7b4a9a" /><Relationship Type="http://schemas.openxmlformats.org/officeDocument/2006/relationships/notesSlide" Target="/ppt/notesSlides/notesSlide1.xml" Id="Rfbc1061bd73f4c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ef69b78d747ed" /><Relationship Type="http://schemas.openxmlformats.org/officeDocument/2006/relationships/notesSlide" Target="/ppt/notesSlides/notesSlide2.xml" Id="R8080ab1000f047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958db92a64e60" /><Relationship Type="http://schemas.openxmlformats.org/officeDocument/2006/relationships/image" Target="/ppt/media/image.png" Id="R67eaa09ae37c43ba" /><Relationship Type="http://schemas.openxmlformats.org/officeDocument/2006/relationships/notesSlide" Target="/ppt/notesSlides/notesSlide3.xml" Id="Rf946263803e945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7c8b01cec245dd" /><Relationship Type="http://schemas.openxmlformats.org/officeDocument/2006/relationships/notesSlide" Target="/ppt/notesSlides/notesSlide4.xml" Id="R3aa3273c650144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69559564e84f5f" /><Relationship Type="http://schemas.openxmlformats.org/officeDocument/2006/relationships/notesSlide" Target="/ppt/notesSlides/notesSlide5.xml" Id="R8416237be2b547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c4cd02897e4270" /><Relationship Type="http://schemas.openxmlformats.org/officeDocument/2006/relationships/notesSlide" Target="/ppt/notesSlides/notesSlide6.xml" Id="R0aa59c65f52646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0df54e0f7f4bbd" /><Relationship Type="http://schemas.openxmlformats.org/officeDocument/2006/relationships/notesSlide" Target="/ppt/notesSlides/notesSlide7.xml" Id="R1427b0cc308942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edfa4503c47f5" /><Relationship Type="http://schemas.openxmlformats.org/officeDocument/2006/relationships/notesSlide" Target="/ppt/notesSlides/notesSlide8.xml" Id="R3b7b7fc1318041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7dd5bd337424a" /><Relationship Type="http://schemas.openxmlformats.org/officeDocument/2006/relationships/notesSlide" Target="/ppt/notesSlides/notesSlide9.xml" Id="Rd3e7ef166a8e4b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63fe5d5fb24a67" /><Relationship Type="http://schemas.openxmlformats.org/officeDocument/2006/relationships/notesSlide" Target="/ppt/notesSlides/notesSlide10.xml" Id="R7dcb5bac962f48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d62e3a1944670" /><Relationship Type="http://schemas.openxmlformats.org/officeDocument/2006/relationships/notesSlide" Target="/ppt/notesSlides/notesSlide11.xml" Id="Rf5f675ee672d45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a1a9c7b904415" /><Relationship Type="http://schemas.openxmlformats.org/officeDocument/2006/relationships/notesSlide" Target="/ppt/notesSlides/notesSlide12.xml" Id="Rc5740ab3a60544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72f454e7a444e" /><Relationship Type="http://schemas.openxmlformats.org/officeDocument/2006/relationships/notesSlide" Target="/ppt/notesSlides/notesSlide13.xml" Id="R556b71ad944043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237b0a27c41be" /><Relationship Type="http://schemas.openxmlformats.org/officeDocument/2006/relationships/notesSlide" Target="/ppt/notesSlides/notesSlide14.xml" Id="Rf65ef0a147b442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381e9521f49eb" /><Relationship Type="http://schemas.openxmlformats.org/officeDocument/2006/relationships/notesSlide" Target="/ppt/notesSlides/notesSlide15.xml" Id="R818d7d99c49a42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cfb88850e4596" /><Relationship Type="http://schemas.openxmlformats.org/officeDocument/2006/relationships/notesSlide" Target="/ppt/notesSlides/notesSlide16.xml" Id="R5f916784372948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20e4cc46a14a7b" /><Relationship Type="http://schemas.openxmlformats.org/officeDocument/2006/relationships/notesSlide" Target="/ppt/notesSlides/notesSlide17.xml" Id="R5f62520d203e4a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621D9-9719-4277-B63C-95D638C7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F4F6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F4F6F1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4F6F1"/>
                </a:solidFill>
                <a:latin typeface="Arial"/>
                <a:ea typeface="Arial"/>
                <a:cs typeface="Arial"/>
              </a:rPr>
              <a:t>AutoWise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9D1DF-5741-475C-8A73-C15A1A8E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DDE9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DDE9DC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DE9DC"/>
                </a:solidFill>
                <a:latin typeface="Arial"/>
                <a:ea typeface="Arial"/>
                <a:cs typeface="Arial"/>
              </a:rPr>
              <a:t>Trợ lý tư vấn ô tô với text và image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8C932-E593-47A2-A70D-243B7E0E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DE9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DE9D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9DC"/>
                </a:solidFill>
                <a:latin typeface="Arial"/>
                <a:ea typeface="Arial"/>
                <a:cs typeface="Arial"/>
              </a:rPr>
              <a:t>Báo cáo kỹ thuật • 11/10/2026</a:t>
            </a:r>
          </a:p>
        </p:txBody>
      </p:sp>
    </p:spTree>
    <p:extLst>
      <p:ext uri="{BB962C8B-B14F-4D97-AF65-F5344CB8AC3E}">
        <p14:creationId xmlns:p14="http://schemas.microsoft.com/office/powerpoint/2010/main" val="1894889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6240B-DD66-44A9-BE99-9B1A8979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Bài toán và phạm 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0F3A8-CADA-4B7C-8648-193C03BC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9569D-A0EB-4B99-A119-753A6635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Tra cứu, lọc và so sánh xe theo dữ liệu có nguồn.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6567B-8241-4C64-81AD-59C09243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Hỏi giá, thông số, bảo hành, đại lý bằng tiếng Việt.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05B8F-3D72-451E-8EAD-F99161EE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Dùng ảnh để tìm mẫu gần giống trong catalogue.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8FCA7-94E0-4D1B-993D-CFC4F3A2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Customer và admin có quyền truy cập riêng cho đơn hàng.</a:t>
            </a:r>
          </a:p>
        </p:txBody>
      </p:sp>
    </p:spTree>
    <p:extLst>
      <p:ext uri="{BB962C8B-B14F-4D97-AF65-F5344CB8AC3E}">
        <p14:creationId xmlns:p14="http://schemas.microsoft.com/office/powerpoint/2010/main" val="700752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2AB56-1B8F-451B-A3D7-12B26FD0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Giao diện tra cứu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86156-21AD-4027-B54A-918F081B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AADAA-5E64-4DB7-A989-B451B50640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aa09ae37c43ba"/>
          <a:stretch xmlns:a="http://schemas.openxmlformats.org/drawingml/2006/main"/>
        </p:blipFill>
        <p:spPr>
          <a:xfrm xmlns:a="http://schemas.openxmlformats.org/drawingml/2006/main">
            <a:off x="2286000" y="1552575"/>
            <a:ext cx="7620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383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1E0CE-BBE0-44D4-963E-BCB83618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Dữ liệu và giới hạn nguồn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76F7D-C430-4E74-BAC2-4BCD6A7F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D385F-773A-4300-A028-19F155A06C5A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0"/>
                <a:gridCol w="361950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Dữ liệu seed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Số lượng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Mẫu xe / ảnh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50 / 215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Đại lý / bảo hành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22 / 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Nguồn tham khảo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4B532-BB2B-49C9-9338-9F80B82D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Thông số UK chưa xác nhận phiên bản Việt Nam. Giá có ngày tham khảo.</a:t>
            </a:r>
          </a:p>
        </p:txBody>
      </p:sp>
    </p:spTree>
    <p:extLst>
      <p:ext uri="{BB962C8B-B14F-4D97-AF65-F5344CB8AC3E}">
        <p14:creationId xmlns:p14="http://schemas.microsoft.com/office/powerpoint/2010/main" val="1523886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A794E-E531-416B-8CB4-9F8B5745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Các thành phần hệ thống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61256-8AD2-446E-B24D-7F9B7714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0346D-D2A7-42A9-A5F9-1AA00FDB0E9F}"/>
              </a:ext>
            </a:extLst>
          </p:cNvPr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108585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7627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Thành phần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React + Nginx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Giao diện và proxy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Python FastAPI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SQL, text RAG, điều phối ảnh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CLIP + FAISS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Xếp hạng mẫu xe gần giống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C# + PostgreSQL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Auth, đơn hàng, lịch sử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Bedrock + E5/pgvector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Hiểu câu hỏi, viết và kiểm chứng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376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81AB2-EF7D-49F2-A259-4CC72BCF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Luồng trả lời có kiểm chứng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6B334-A3C3-4766-B6CE-63E5E537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28074-7A32-4BED-8B7F-1C9631A3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1. Hiểu câu hỏi → lọc SQL → lấy ranked contexts.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AD89D-EF62-484E-8D82-6B1F2E20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2. Tạo draft từ facts và nguồn đã truy xuất.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E4794-81E9-4F57-8026-FA6A39F4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3. Bedrock viết câu cuối; server bổ sung source qualifiers.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B2E5C-D73D-44A2-B021-153DF2E2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4. Kiểm số liệu và semantic audit; không đạt thì từ chối.</a:t>
            </a:r>
          </a:p>
        </p:txBody>
      </p:sp>
    </p:spTree>
    <p:extLst>
      <p:ext uri="{BB962C8B-B14F-4D97-AF65-F5344CB8AC3E}">
        <p14:creationId xmlns:p14="http://schemas.microsoft.com/office/powerpoint/2010/main" val="575566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7911C-64C5-47B0-8482-4F09F2B4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Phương pháp đánh giá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A81BA-E526-487E-8EBB-27BF81D9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53E7B-AB76-41CE-A5D8-ED758C22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200 mẫu nháp: 150 text và 50 ảnh / ảnh + text / ảnh lỗi.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F102D-2B52-44BB-93B5-DB4E9AC6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44 ảnh holdout: kiểm hash, không trùng ảnh trong index.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B6EFC-4C9A-47B9-A351-F6208D70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P/R@5 dùng ranked context IDs; image đo Recall@1/@5 và MRR.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EBF59-426B-4B1F-BB3F-F885DF74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Nhãn, faithfulness và completeness còn chờ review chéo.</a:t>
            </a:r>
          </a:p>
        </p:txBody>
      </p:sp>
    </p:spTree>
    <p:extLst>
      <p:ext uri="{BB962C8B-B14F-4D97-AF65-F5344CB8AC3E}">
        <p14:creationId xmlns:p14="http://schemas.microsoft.com/office/powerpoint/2010/main" val="13658984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C3ADA-55C0-4FA7-AF90-7643C87C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Kết quả evaluation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7A928-6E9D-4580-BEED-17CC8DD8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57876-5D70-4E3A-888C-48C34BBE5184}"/>
              </a:ext>
            </a:extLst>
          </p:cNvPr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714500"/>
                <a:gridCol w="1714500"/>
                <a:gridCol w="2000250"/>
                <a:gridCol w="20002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Mẫu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Lỗi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P@5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R@5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development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0.668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0.897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0.639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0.921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E1F2B-9C82-4824-992F-F32AC3CA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200/200 mẫu đã ghi • Nhãn chưa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83D3A-5D59-4E2F-AF09-76C293AA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Số liệu diagnostics; chưa dùng làm điểm nghiệm thu độc lập.</a:t>
            </a:r>
          </a:p>
        </p:txBody>
      </p:sp>
    </p:spTree>
    <p:extLst>
      <p:ext uri="{BB962C8B-B14F-4D97-AF65-F5344CB8AC3E}">
        <p14:creationId xmlns:p14="http://schemas.microsoft.com/office/powerpoint/2010/main" val="6548049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CB491-A0E3-45C0-8AEF-DAF5DB3B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Kết quả image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8BFD5-00D6-44AF-AE4A-1F456484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698FA-CD06-4C35-9BB3-0FF30B0DD030}"/>
              </a:ext>
            </a:extLst>
          </p:cNvPr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714500"/>
                <a:gridCol w="1714500"/>
                <a:gridCol w="2000250"/>
                <a:gridCol w="20002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Mẫu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@1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@5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MRR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development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0.667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0.733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0.706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0.882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0.780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5867A-9547-4FB9-B472-1E1B298B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49 truy vấn ảnh hợp lệ dùng 44 ảnh holdout khác nhau.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8A16B-4B8E-4561-9DBD-BDA194D8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Ảnh gần giống không xác nhận chiếc xe hoặc VIN.</a:t>
            </a:r>
          </a:p>
        </p:txBody>
      </p:sp>
    </p:spTree>
    <p:extLst>
      <p:ext uri="{BB962C8B-B14F-4D97-AF65-F5344CB8AC3E}">
        <p14:creationId xmlns:p14="http://schemas.microsoft.com/office/powerpoint/2010/main" val="124489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05E9C-88DD-46BF-B8D9-C2EB8A8B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Kiểm tra sau sửa SQL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5CBD4-8B38-4592-95C8-92F74A3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2CA01-AF79-4F65-ADED-EBEF415CB622}"/>
              </a:ext>
            </a:extLst>
          </p:cNvPr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714500"/>
                <a:gridCol w="1714500"/>
                <a:gridCol w="2000250"/>
                <a:gridCol w="20002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Mẫu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Lỗi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Intent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development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50ED8-C6DA-4882-B37C-1F161CD2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31/31 mẫu kiểm tra riêng sau sửa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EB3F0-0181-445F-BA41-338B7F1F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Baseline vẫn giữ Q089 HTTP 503 trong thống kê.</a:t>
            </a:r>
          </a:p>
        </p:txBody>
      </p:sp>
    </p:spTree>
    <p:extLst>
      <p:ext uri="{BB962C8B-B14F-4D97-AF65-F5344CB8AC3E}">
        <p14:creationId xmlns:p14="http://schemas.microsoft.com/office/powerpoint/2010/main" val="2230295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0A4AD-86A8-4489-8E17-91B90242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Các lượt live trước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B9A1E-5F92-443B-9C31-AE41966B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FF1A5-4EFB-4925-8F21-9FA2C4BA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Q085 / Q089 / Q152: lượt regression riêng đạt 3/3.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E24D4-24B8-48A5-91FD-FE3BDE35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Smoke Bedrock thật: 5/5 intent đạt trên bản IDs thống nhất.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918C1-10A2-4DA3-AEA6-89264340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Ranked retrieval giữ nguyên; supporting SQL facts có nguồn.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2E010-89D6-4E93-A868-5E5DDD52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Lượt release đầy đủ được báo cáo riêng ở trang tiếp theo.</a:t>
            </a:r>
          </a:p>
        </p:txBody>
      </p:sp>
    </p:spTree>
    <p:extLst>
      <p:ext uri="{BB962C8B-B14F-4D97-AF65-F5344CB8AC3E}">
        <p14:creationId xmlns:p14="http://schemas.microsoft.com/office/powerpoint/2010/main" val="16631797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4D905-F540-4CB4-9BC4-6D67A4E5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Evaluation trên runtime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3D004-DEB0-4AE9-BC3E-A470AAB4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9A349-2170-46B4-BFCB-847CB70D077F}"/>
              </a:ext>
            </a:extLst>
          </p:cNvPr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714500"/>
                <a:gridCol w="1714500"/>
                <a:gridCol w="2000250"/>
                <a:gridCol w="20002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Mẫu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Lỗi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P@5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R@5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development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0.677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0.900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0.924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6C855-4070-4620-911A-FF0015E5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200/200 mẫu đã ghi • Hoàn tất lượt chạy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410A5-F345-41A8-94E9-2447819B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Lỗi được giữ trong thống kê; điểm người review chưa được chấm.</a:t>
            </a:r>
          </a:p>
        </p:txBody>
      </p:sp>
    </p:spTree>
    <p:extLst>
      <p:ext uri="{BB962C8B-B14F-4D97-AF65-F5344CB8AC3E}">
        <p14:creationId xmlns:p14="http://schemas.microsoft.com/office/powerpoint/2010/main" val="7744569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32962-F27F-47F3-9D94-4EDE2A99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Regression sau sửa reviewer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546A9-2791-4045-A8BF-ED5213B8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447CE-C7C4-4017-B907-48D9A690A773}"/>
              </a:ext>
            </a:extLst>
          </p:cNvPr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714500"/>
                <a:gridCol w="1714500"/>
                <a:gridCol w="2000250"/>
                <a:gridCol w="20002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Mẫu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Lỗi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Intent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development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09FF0-E8A5-46B8-80F2-A4AE7229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11/11 case regression đã ghi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991A5-5ABA-425F-B00C-8F77710D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Các lỗi release vẫn được giữ; nhãn còn chờ review.</a:t>
            </a:r>
          </a:p>
        </p:txBody>
      </p:sp>
    </p:spTree>
    <p:extLst>
      <p:ext uri="{BB962C8B-B14F-4D97-AF65-F5344CB8AC3E}">
        <p14:creationId xmlns:p14="http://schemas.microsoft.com/office/powerpoint/2010/main" val="19452637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10A8C-916A-4480-9E16-39B16B64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Kiểm thử regression và tái lập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C9B4F-0509-4595-B930-46AE2858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DBFC1-2BF3-460E-8B5D-C87882BA5DE8}"/>
              </a:ext>
            </a:extLst>
          </p:cNvPr>
          <p:cNvGraphicFramePr/>
          <p:nvPr/>
        </p:nvGraphicFramePr>
        <p:xfrm>
          <a:off xmlns:a="http://schemas.openxmlformats.org/drawingml/2006/main" x="666750" y="169545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590550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Bộ kiểm thử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</a:t>
                      </a:r>
                    </a:p>
                  </a:txBody>
                  <a:tcPr marL="91440" marR="91440" marT="45720" marB="45720">
                    <a:solidFill>
                      <a:srgbClr val="173F3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Backend + PostgreSQL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194 passed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Frontend unit / browser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96 passed / 78 passed, 20 skipped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C# / image service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142 passed, 5 skipped / 24 passed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Seed DB riêng / npm ci + build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832"/>
                          </a:solidFill>
                          <a:latin typeface="Arial"/>
                          <a:ea typeface="Arial"/>
                          <a:cs typeface="Arial"/>
                        </a:rPr>
                        <a:t>Đạt / đạt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6A4C6-D67C-4848-9E63-2367AD5E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Chưa xác nhận triển khai đầy đủ trên máy mới hoặc tải production.</a:t>
            </a:r>
          </a:p>
        </p:txBody>
      </p:sp>
    </p:spTree>
    <p:extLst>
      <p:ext uri="{BB962C8B-B14F-4D97-AF65-F5344CB8AC3E}">
        <p14:creationId xmlns:p14="http://schemas.microsoft.com/office/powerpoint/2010/main" val="20849521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472E6-7D11-4AEF-9683-92361A34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Ba tình huống lỗi tiêu biểu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64FAC-E2CC-4708-9ADB-D7E13634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96C8B-2665-456C-8635-A5B4A0D4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Thiếu cảnh báo nguồn hoặc mô tả xe lịch sử đang bán → audit từ chối.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F4FAB-1D50-442C-9FC2-FE1C7F70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Ảnh gần giống có thể xếp model khác lên top 1 → cần uncertainty.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6BF28-970E-4960-8D8C-E4E1F321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AWS throttling có thể gây 503 dù DB và index healthy.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DE7AC-3DC1-4101-8B2A-53EBD4A6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Giữ lỗi trong thống kê. Không bỏ validation để demo trả lời được.</a:t>
            </a:r>
          </a:p>
        </p:txBody>
      </p:sp>
    </p:spTree>
    <p:extLst>
      <p:ext uri="{BB962C8B-B14F-4D97-AF65-F5344CB8AC3E}">
        <p14:creationId xmlns:p14="http://schemas.microsoft.com/office/powerpoint/2010/main" val="11154594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2C295-8331-435A-A357-D26D2A4A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Kịch bản demo 7 phút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F5850-4147-479A-9D2D-ACC2721E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4861F-FF53-4C24-B805-66B25B1A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Catalogue → lọc → chi tiết → so sánh và nguồn.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01399-2277-4463-B504-ECDCE60F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Chat text → giá/bảo hành → ảnh holdout và uncertainty.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C8127-93F0-4129-8676-34EA7720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Guest → customer → lịch sử; admin → tra cứu đúng quyền.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D7F9B-BC46-4483-9CD4-603835B0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Hiện bảng đánh giá, failure cases và giới hạn dữ liệu.</a:t>
            </a:r>
          </a:p>
        </p:txBody>
      </p:sp>
    </p:spTree>
    <p:extLst>
      <p:ext uri="{BB962C8B-B14F-4D97-AF65-F5344CB8AC3E}">
        <p14:creationId xmlns:p14="http://schemas.microsoft.com/office/powerpoint/2010/main" val="3520877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4B802-1777-4920-97DA-864FF658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Điều kiện chốt bản nộp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75FDA-EE81-4165-B2F7-B6F8D4E7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9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95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15664-D359-47AE-B84D-C1AF7547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Hoàn tất evaluation và xử lý lỗi quan sát được.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D3A75-8919-4964-8790-34286656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Nhóm review nhãn và chấm claims / required 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71B7C-FC91-4EBC-B5B5-59FB4D97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Bổ sung tên thành viên, rubric và recording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56E00-F87E-4705-A1E0-69C1A38E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8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832"/>
                </a:solidFill>
                <a:latin typeface="Arial"/>
                <a:ea typeface="Arial"/>
                <a:cs typeface="Arial"/>
              </a:rPr>
              <a:t>Đóng gói source, evidence, báo cáo và slide từ cùng một bản.</a:t>
            </a:r>
          </a:p>
        </p:txBody>
      </p:sp>
    </p:spTree>
    <p:extLst>
      <p:ext uri="{BB962C8B-B14F-4D97-AF65-F5344CB8AC3E}">
        <p14:creationId xmlns:p14="http://schemas.microsoft.com/office/powerpoint/2010/main" val="621820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2026-10-11T12:37:10.0090000Z</dcterms:created>
  <dcterms:modified xsi:type="dcterms:W3CDTF">2026-10-11T12:37:10.0090000Z</dcterms:modified>
</coreProperties>
</file>